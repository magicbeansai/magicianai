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13774c076184ad4" /><Relationship Type="http://schemas.openxmlformats.org/package/2006/relationships/metadata/core-properties" Target="/docProps/core.xml" Id="R33ad28052e8c4b25" /><Relationship Type="http://schemas.openxmlformats.org/officeDocument/2006/relationships/extended-properties" Target="/docProps/app.xml" Id="R40d8e848d1d747f0" /><Relationship Type="http://schemas.openxmlformats.org/officeDocument/2006/relationships/custom-properties" Target="/docProps/custom.xml" Id="R5cc2ce1d0ce548a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e3e8f8afd364c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e3e8f8afd364c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a1e84e1c74f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c62aeec154f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0c4fff70f4a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c884881dc47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deb61a11442d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9edb060181c464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b36e4f2f74b0c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Tool canary fixture 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2026-08-14T09:41:23Z</dcterms:created>
  <cp:lastModifiedBy>OfficeCLI</cp:lastModifiedBy>
  <dcterms:modified xsi:type="dcterms:W3CDTF">2026-08-14T09:41:23Z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2026-08-14T12:14:50Z</vt:lpwstr>
  </op:property>
</op:Properties>
</file>